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01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vin Ramotar" userId="49643e84-c1d2-4c3d-b1a9-add7432efeed" providerId="ADAL" clId="{7500DFD5-A196-56B8-87B4-5D018B1D0FE3}"/>
    <pc:docChg chg="modSld">
      <pc:chgData name="Devin Ramotar" userId="49643e84-c1d2-4c3d-b1a9-add7432efeed" providerId="ADAL" clId="{7500DFD5-A196-56B8-87B4-5D018B1D0FE3}" dt="2026-05-11T00:15:47.750" v="10" actId="1076"/>
      <pc:docMkLst>
        <pc:docMk/>
      </pc:docMkLst>
      <pc:sldChg chg="modSp mod">
        <pc:chgData name="Devin Ramotar" userId="49643e84-c1d2-4c3d-b1a9-add7432efeed" providerId="ADAL" clId="{7500DFD5-A196-56B8-87B4-5D018B1D0FE3}" dt="2026-05-10T21:11:43.076" v="7" actId="20577"/>
        <pc:sldMkLst>
          <pc:docMk/>
          <pc:sldMk cId="0" sldId="256"/>
        </pc:sldMkLst>
        <pc:spChg chg="mod">
          <ac:chgData name="Devin Ramotar" userId="49643e84-c1d2-4c3d-b1a9-add7432efeed" providerId="ADAL" clId="{7500DFD5-A196-56B8-87B4-5D018B1D0FE3}" dt="2026-05-10T21:11:43.076" v="7" actId="20577"/>
          <ac:spMkLst>
            <pc:docMk/>
            <pc:sldMk cId="0" sldId="256"/>
            <ac:spMk id="4" creationId="{00000000-0000-0000-0000-000000000000}"/>
          </ac:spMkLst>
        </pc:spChg>
      </pc:sldChg>
      <pc:sldChg chg="modSp mod">
        <pc:chgData name="Devin Ramotar" userId="49643e84-c1d2-4c3d-b1a9-add7432efeed" providerId="ADAL" clId="{7500DFD5-A196-56B8-87B4-5D018B1D0FE3}" dt="2026-05-11T00:06:32.765" v="8" actId="20577"/>
        <pc:sldMkLst>
          <pc:docMk/>
          <pc:sldMk cId="0" sldId="258"/>
        </pc:sldMkLst>
        <pc:spChg chg="mod">
          <ac:chgData name="Devin Ramotar" userId="49643e84-c1d2-4c3d-b1a9-add7432efeed" providerId="ADAL" clId="{7500DFD5-A196-56B8-87B4-5D018B1D0FE3}" dt="2026-05-11T00:06:32.765" v="8" actId="2057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Devin Ramotar" userId="49643e84-c1d2-4c3d-b1a9-add7432efeed" providerId="ADAL" clId="{7500DFD5-A196-56B8-87B4-5D018B1D0FE3}" dt="2026-05-10T21:05:54.464" v="1" actId="20577"/>
          <ac:spMkLst>
            <pc:docMk/>
            <pc:sldMk cId="0" sldId="258"/>
            <ac:spMk id="39" creationId="{00000000-0000-0000-0000-000000000000}"/>
          </ac:spMkLst>
        </pc:spChg>
      </pc:sldChg>
      <pc:sldChg chg="modSp mod">
        <pc:chgData name="Devin Ramotar" userId="49643e84-c1d2-4c3d-b1a9-add7432efeed" providerId="ADAL" clId="{7500DFD5-A196-56B8-87B4-5D018B1D0FE3}" dt="2026-05-11T00:15:47.750" v="10" actId="1076"/>
        <pc:sldMkLst>
          <pc:docMk/>
          <pc:sldMk cId="0" sldId="259"/>
        </pc:sldMkLst>
        <pc:spChg chg="mod">
          <ac:chgData name="Devin Ramotar" userId="49643e84-c1d2-4c3d-b1a9-add7432efeed" providerId="ADAL" clId="{7500DFD5-A196-56B8-87B4-5D018B1D0FE3}" dt="2026-05-11T00:15:47.750" v="10" actId="1076"/>
          <ac:spMkLst>
            <pc:docMk/>
            <pc:sldMk cId="0" sldId="259"/>
            <ac:spMk id="4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5925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Problem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the user?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43891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SOC analysts — the first responders when an IDS fires on a flagged packet capture. They must triage, decide, and document before escalating.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74320" y="214884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workflow are we improving?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74320" y="2468880"/>
            <a:ext cx="43891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flagged pcap  →  Open Wireshark  →  Apply expert filters  →  Identify malware family  →  Write report  →  Escalate / Investigate / Close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74320" y="3383280"/>
            <a:ext cx="4389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it matter?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74320" y="3703320"/>
            <a:ext cx="43891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triage takes 15–30 min per alert and requires deep Wireshark expertise (NBNS, Kerberos, LDAP) most junior analysts lack. Delays in triage slow incident response.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0" y="914400"/>
            <a:ext cx="3749040" cy="10972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0" y="914400"/>
            <a:ext cx="64008" cy="109728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212080" y="100584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15–30 min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212080" y="150876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alert for a skilled analyst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2148840"/>
            <a:ext cx="3749040" cy="10972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029200" y="2148840"/>
            <a:ext cx="64008" cy="1097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212080" y="224028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steps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212080" y="274320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expert Wireshark filters required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0" y="3383280"/>
            <a:ext cx="3749040" cy="10972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029200" y="3383280"/>
            <a:ext cx="64008" cy="10972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212080" y="347472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Error-prone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212080" y="3977640"/>
            <a:ext cx="3474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 misses evasion, port-level C2 and LDAP attribution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Design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Architecture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4389120" cy="105156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261872"/>
            <a:ext cx="64008" cy="1051560"/>
          </a:xfrm>
          <a:prstGeom prst="rect">
            <a:avLst/>
          </a:prstGeom>
          <a:solidFill>
            <a:srgbClr val="0077B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33502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Feature Extraction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" y="1636776"/>
            <a:ext cx="1554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77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extractor.py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5488" y="17739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scapy parses pcap locally → structured JSON. NBNS hostnames, Kerberos accounts, LDAP full names, malware port hits, suspicious downloads, entropy.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423160"/>
            <a:ext cx="4389120" cy="105156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423160"/>
            <a:ext cx="64008" cy="105156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" y="249631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LLM Analysis + Tool Use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75488" y="2798064"/>
            <a:ext cx="1554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4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analyzer.py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" y="293522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claude-opus-4-6 in agentic loop: calls lookup_ip_reputation &amp; lookup_domain_reputation, then submits final report via enforced submit_triage_report schema.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584448"/>
            <a:ext cx="4389120" cy="105156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3584448"/>
            <a:ext cx="64008" cy="1051560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75488" y="3657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Presentation + Audit Log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75488" y="3959352"/>
            <a:ext cx="1554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" y="409651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— triage report, extracted features, malware port hit banners. Analyst selects disposition (Escalate / Investigate / Close) → JSONL audit log.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9200" y="914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GenAI Design Choices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0" y="1261872"/>
            <a:ext cx="3840480" cy="850392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166360" y="1325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Metadata-Only Input to LLM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66360" y="162763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packet bytes never leave the machine. Only structured metadata (IPs, ports, domains, URIs, entropy) is sent to Claude.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0" y="2221992"/>
            <a:ext cx="3840480" cy="850392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166360" y="22860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Tool-Use Loop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258775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autonomously calls IP and domain reputation APIs before submitting its structured report — up to 10 iterations.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029200" y="3182112"/>
            <a:ext cx="3840480" cy="850392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166360" y="32461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Output Schema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16636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submit_triage_report tool forces a JSON contract: traffic_summary, indicators[], overall_risk, confidence_level, next_steps.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0" y="4142232"/>
            <a:ext cx="3840480" cy="850392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66360" y="42062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Risk-Floor Rules in System Prompt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450799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High when known_malware_port_hits fires, when C2 co-occurs with repo domains, or when executables are downloaded over HTTP.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Results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answer keys from malware-traffic-analysis.net — what an expert finds manually in Wireshark.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2743200" cy="13258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33502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274320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Rate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74320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12 indicators invented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72968" y="1261872"/>
            <a:ext cx="2743200" cy="13258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172968" y="133502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15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172968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Cases Evaluated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72968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TC1: NetSupport RAT  ·  TC3: STRRAT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261872"/>
            <a:ext cx="2743200" cy="132588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71616" y="1335024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4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071616" y="19751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Resolved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71616" y="22677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TC3 gaps addressed in code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74320" y="2770632"/>
            <a:ext cx="4206240" cy="320040"/>
          </a:xfrm>
          <a:prstGeom prst="rect">
            <a:avLst/>
          </a:prstGeom>
          <a:solidFill>
            <a:srgbClr val="1B33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27706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TC1  ·  NetSupport RAT (2026-02-28)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090672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09067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named: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37360" y="309067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HTTP UA + URI pattern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3355848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5760" y="335584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flagged: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737360" y="3355848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45.131.214.85:443 — Correct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3621024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65760" y="36210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737360" y="3621024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High — Correct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3886200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388620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 + MAC: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737360" y="3886200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via NBNS + Ethernet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74320" y="4151376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415137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account: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737360" y="4151376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brolf via Kerberos AS-REQ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416552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65760" y="441655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name: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737360" y="441655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pcap — requires AD data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09160" y="2770632"/>
            <a:ext cx="4206240" cy="320040"/>
          </a:xfrm>
          <a:prstGeom prst="rect">
            <a:avLst/>
          </a:prstGeom>
          <a:solidFill>
            <a:srgbClr val="1B33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709160" y="27706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TC2  ·  STRRAT  (2024-07-30,  post-fix)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09160" y="3090672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00600" y="309067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named: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72200" y="309067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port 12132 signature table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709160" y="3355848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00600" y="3355848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 flagged: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172200" y="3355848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141.98.10.79:12132 — Correct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709160" y="3621024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00600" y="3621024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rating: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72200" y="3621024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High — Correct (was Medium)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709160" y="3886200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800600" y="3886200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 + MAC: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172200" y="3886200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via NBNS + Ethernet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09160" y="4151376"/>
            <a:ext cx="4206240" cy="26517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800600" y="4151376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name: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72200" y="4151376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 Collier — LDAP port 389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709160" y="4416552"/>
            <a:ext cx="4206240" cy="26517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800600" y="4416552"/>
            <a:ext cx="1371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IOCs: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72200" y="4416552"/>
            <a:ext cx="2651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 + maven.org flagged as High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8288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Snapshot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app  ·  Python + scapy + Claude API  ·  github.com/dRam51/soc-triage-assistant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74320" y="12435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produces: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600200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60020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summary: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664208" y="1600200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sentence plain-language overview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75688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2075688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07568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rating: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664208" y="207568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Medium / High + confidence — rule-based floor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551176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" y="2551176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25511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indicators: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664208" y="2551176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+ evidence field per indicator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026664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74320" y="3026664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02666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attribution: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664208" y="3026664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Hostname (NBNS), MAC, account (Kerberos), full name (LDAP)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3502152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74320" y="3502152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3502152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port hits: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664208" y="3502152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family from port signature table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977640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74320" y="3977640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1480" y="397764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64208" y="3977640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concrete analyst actions (block, EDR, SIEM, SMB...)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4453128"/>
            <a:ext cx="3977640" cy="420624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74320" y="4453128"/>
            <a:ext cx="45720" cy="42062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1480" y="4453128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Disposition: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664208" y="4453128"/>
            <a:ext cx="25420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/ Investigate / Close → JSONL audit log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480560" y="1188720"/>
            <a:ext cx="4370832" cy="3429000"/>
          </a:xfrm>
          <a:prstGeom prst="rect">
            <a:avLst/>
          </a:prstGeom>
          <a:solidFill>
            <a:srgbClr val="152535"/>
          </a:solidFill>
          <a:ln/>
          <a:effectLst>
            <a:outerShdw blurRad="127000" dist="50800" dir="81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480560" y="1188720"/>
            <a:ext cx="4370832" cy="274320"/>
          </a:xfrm>
          <a:prstGeom prst="rect">
            <a:avLst/>
          </a:prstGeom>
          <a:solidFill>
            <a:srgbClr val="1B33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0" y="1188720"/>
            <a:ext cx="4187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SOC Triage Assistant  ·  localhost:8501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90288" y="1517904"/>
            <a:ext cx="4151376" cy="237744"/>
          </a:xfrm>
          <a:prstGeom prst="rect">
            <a:avLst/>
          </a:prstGeom>
          <a:solidFill>
            <a:srgbClr val="1E3A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626864" y="1517904"/>
            <a:ext cx="4096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AI-Generated Triage Assistance — review all findings before action.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90288" y="18470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Summary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18704" y="1847088"/>
            <a:ext cx="685800" cy="40233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014716" y="184708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90288" y="2121408"/>
            <a:ext cx="4151376" cy="502920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626864" y="2139696"/>
            <a:ext cx="40782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172.16.1.66 (DESKTOP-SKBR25F / ccollier / Clark Collier) infected with STRRAT. C2 on port 12132 to 141.98.10.79; geolocation check and repo domains co-occur.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590288" y="2688336"/>
            <a:ext cx="4151376" cy="256032"/>
          </a:xfrm>
          <a:prstGeom prst="rect">
            <a:avLst/>
          </a:prstGeom>
          <a:solidFill>
            <a:srgbClr val="2D15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626864" y="2688336"/>
            <a:ext cx="4096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STRRAT  ·  port 12132  ·  172.16.1.66 → 141.98.10.79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590288" y="3017520"/>
            <a:ext cx="4151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Indicators (7)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590288" y="3291840"/>
            <a:ext cx="4151376" cy="21945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4590288" y="3291840"/>
            <a:ext cx="36576" cy="21945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663440" y="32918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[HIGH]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138928" y="3291840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STRRAT C2 on port 12132 (141.98.10.79)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590288" y="3547872"/>
            <a:ext cx="4151376" cy="21945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4590288" y="3547872"/>
            <a:ext cx="36576" cy="21945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663440" y="35478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[HIGH]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5138928" y="3547872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domains alongside confirmed C2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590288" y="3803904"/>
            <a:ext cx="4151376" cy="219456"/>
          </a:xfrm>
          <a:prstGeom prst="rect">
            <a:avLst/>
          </a:prstGeom>
          <a:solidFill>
            <a:srgbClr val="0F192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590288" y="3803904"/>
            <a:ext cx="36576" cy="21945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663440" y="3803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[MED]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138928" y="3803904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ip-api.com geolocation (Chrome 73 UA)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590288" y="4059936"/>
            <a:ext cx="4151376" cy="219456"/>
          </a:xfrm>
          <a:prstGeom prst="rect">
            <a:avLst/>
          </a:prstGeom>
          <a:solidFill>
            <a:srgbClr val="1525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4590288" y="4059936"/>
            <a:ext cx="36576" cy="21945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663440" y="40599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[LOW]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138928" y="4059936"/>
            <a:ext cx="3602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to domain controller 172.16.1.4:445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45902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E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Disposition: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961888" y="4425696"/>
            <a:ext cx="877824" cy="256032"/>
          </a:xfrm>
          <a:prstGeom prst="rect">
            <a:avLst/>
          </a:prstGeom>
          <a:solidFill>
            <a:srgbClr val="3B12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961888" y="4425696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Escalate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912864" y="4425696"/>
            <a:ext cx="877824" cy="256032"/>
          </a:xfrm>
          <a:prstGeom prst="rect">
            <a:avLst/>
          </a:prstGeom>
          <a:solidFill>
            <a:srgbClr val="3B2E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6912864" y="4425696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 Investigate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7863840" y="4425696"/>
            <a:ext cx="877824" cy="256032"/>
          </a:xfrm>
          <a:prstGeom prst="rect">
            <a:avLst/>
          </a:prstGeom>
          <a:solidFill>
            <a:srgbClr val="0E33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7863840" y="4425696"/>
            <a:ext cx="87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 Close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772</Words>
  <Application>Microsoft Macintosh PowerPoint</Application>
  <PresentationFormat>On-screen Show (16:9)</PresentationFormat>
  <Paragraphs>114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 Triage Assistant</dc:title>
  <dc:subject>PptxGenJS Presentation</dc:subject>
  <dc:creator>Devin Ramotar</dc:creator>
  <cp:lastModifiedBy>Devin Ramotar</cp:lastModifiedBy>
  <cp:revision>1</cp:revision>
  <dcterms:created xsi:type="dcterms:W3CDTF">2026-05-10T21:02:00Z</dcterms:created>
  <dcterms:modified xsi:type="dcterms:W3CDTF">2026-05-11T00:15:50Z</dcterms:modified>
</cp:coreProperties>
</file>