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61" r:id="rId2"/>
    <p:sldId id="256" r:id="rId3"/>
    <p:sldId id="257" r:id="rId4"/>
    <p:sldId id="258" r:id="rId5"/>
    <p:sldId id="259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1626"/>
    <a:srgbClr val="063A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6BAE9F-E203-2847-8B72-F681DA40D161}" v="10" dt="2026-05-13T01:44:46.8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6301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vin Ramotar" userId="49643e84-c1d2-4c3d-b1a9-add7432efeed" providerId="ADAL" clId="{7500DFD5-A196-56B8-87B4-5D018B1D0FE3}"/>
    <pc:docChg chg="undo custSel addSld delSld modSld sldOrd">
      <pc:chgData name="Devin Ramotar" userId="49643e84-c1d2-4c3d-b1a9-add7432efeed" providerId="ADAL" clId="{7500DFD5-A196-56B8-87B4-5D018B1D0FE3}" dt="2026-05-13T01:44:53.086" v="56"/>
      <pc:docMkLst>
        <pc:docMk/>
      </pc:docMkLst>
      <pc:sldChg chg="modSp mod">
        <pc:chgData name="Devin Ramotar" userId="49643e84-c1d2-4c3d-b1a9-add7432efeed" providerId="ADAL" clId="{7500DFD5-A196-56B8-87B4-5D018B1D0FE3}" dt="2026-05-10T21:11:43.076" v="7" actId="20577"/>
        <pc:sldMkLst>
          <pc:docMk/>
          <pc:sldMk cId="0" sldId="256"/>
        </pc:sldMkLst>
        <pc:spChg chg="mod">
          <ac:chgData name="Devin Ramotar" userId="49643e84-c1d2-4c3d-b1a9-add7432efeed" providerId="ADAL" clId="{7500DFD5-A196-56B8-87B4-5D018B1D0FE3}" dt="2026-05-10T21:11:43.076" v="7" actId="20577"/>
          <ac:spMkLst>
            <pc:docMk/>
            <pc:sldMk cId="0" sldId="256"/>
            <ac:spMk id="4" creationId="{00000000-0000-0000-0000-000000000000}"/>
          </ac:spMkLst>
        </pc:spChg>
      </pc:sldChg>
      <pc:sldChg chg="modSp mod">
        <pc:chgData name="Devin Ramotar" userId="49643e84-c1d2-4c3d-b1a9-add7432efeed" providerId="ADAL" clId="{7500DFD5-A196-56B8-87B4-5D018B1D0FE3}" dt="2026-05-11T00:06:32.765" v="8" actId="20577"/>
        <pc:sldMkLst>
          <pc:docMk/>
          <pc:sldMk cId="0" sldId="258"/>
        </pc:sldMkLst>
        <pc:spChg chg="mod">
          <ac:chgData name="Devin Ramotar" userId="49643e84-c1d2-4c3d-b1a9-add7432efeed" providerId="ADAL" clId="{7500DFD5-A196-56B8-87B4-5D018B1D0FE3}" dt="2026-05-11T00:06:32.765" v="8" actId="20577"/>
          <ac:spMkLst>
            <pc:docMk/>
            <pc:sldMk cId="0" sldId="258"/>
            <ac:spMk id="11" creationId="{00000000-0000-0000-0000-000000000000}"/>
          </ac:spMkLst>
        </pc:spChg>
        <pc:spChg chg="mod">
          <ac:chgData name="Devin Ramotar" userId="49643e84-c1d2-4c3d-b1a9-add7432efeed" providerId="ADAL" clId="{7500DFD5-A196-56B8-87B4-5D018B1D0FE3}" dt="2026-05-10T21:05:54.464" v="1" actId="20577"/>
          <ac:spMkLst>
            <pc:docMk/>
            <pc:sldMk cId="0" sldId="258"/>
            <ac:spMk id="39" creationId="{00000000-0000-0000-0000-000000000000}"/>
          </ac:spMkLst>
        </pc:spChg>
      </pc:sldChg>
      <pc:sldChg chg="addSp delSp modSp mod">
        <pc:chgData name="Devin Ramotar" userId="49643e84-c1d2-4c3d-b1a9-add7432efeed" providerId="ADAL" clId="{7500DFD5-A196-56B8-87B4-5D018B1D0FE3}" dt="2026-05-13T01:44:53.086" v="56"/>
        <pc:sldMkLst>
          <pc:docMk/>
          <pc:sldMk cId="0" sldId="259"/>
        </pc:sldMkLst>
        <pc:spChg chg="mod">
          <ac:chgData name="Devin Ramotar" userId="49643e84-c1d2-4c3d-b1a9-add7432efeed" providerId="ADAL" clId="{7500DFD5-A196-56B8-87B4-5D018B1D0FE3}" dt="2026-05-13T01:44:50.200" v="54" actId="20577"/>
          <ac:spMkLst>
            <pc:docMk/>
            <pc:sldMk cId="0" sldId="259"/>
            <ac:spMk id="5" creationId="{00000000-0000-0000-0000-000000000000}"/>
          </ac:spMkLst>
        </pc:spChg>
        <pc:spChg chg="mod">
          <ac:chgData name="Devin Ramotar" userId="49643e84-c1d2-4c3d-b1a9-add7432efeed" providerId="ADAL" clId="{7500DFD5-A196-56B8-87B4-5D018B1D0FE3}" dt="2026-05-13T01:33:04.526" v="16" actId="1076"/>
          <ac:spMkLst>
            <pc:docMk/>
            <pc:sldMk cId="0" sldId="259"/>
            <ac:spMk id="11" creationId="{00000000-0000-0000-0000-000000000000}"/>
          </ac:spMkLst>
        </pc:spChg>
        <pc:spChg chg="mod">
          <ac:chgData name="Devin Ramotar" userId="49643e84-c1d2-4c3d-b1a9-add7432efeed" providerId="ADAL" clId="{7500DFD5-A196-56B8-87B4-5D018B1D0FE3}" dt="2026-05-11T00:15:47.750" v="10" actId="1076"/>
          <ac:spMkLst>
            <pc:docMk/>
            <pc:sldMk cId="0" sldId="259"/>
            <ac:spMk id="42" creationId="{00000000-0000-0000-0000-000000000000}"/>
          </ac:spMkLst>
        </pc:spChg>
        <pc:spChg chg="mod">
          <ac:chgData name="Devin Ramotar" userId="49643e84-c1d2-4c3d-b1a9-add7432efeed" providerId="ADAL" clId="{7500DFD5-A196-56B8-87B4-5D018B1D0FE3}" dt="2026-05-11T00:16:20.137" v="12" actId="1076"/>
          <ac:spMkLst>
            <pc:docMk/>
            <pc:sldMk cId="0" sldId="259"/>
            <ac:spMk id="66" creationId="{00000000-0000-0000-0000-000000000000}"/>
          </ac:spMkLst>
        </pc:spChg>
        <pc:spChg chg="mod">
          <ac:chgData name="Devin Ramotar" userId="49643e84-c1d2-4c3d-b1a9-add7432efeed" providerId="ADAL" clId="{7500DFD5-A196-56B8-87B4-5D018B1D0FE3}" dt="2026-05-11T00:16:20.137" v="12" actId="1076"/>
          <ac:spMkLst>
            <pc:docMk/>
            <pc:sldMk cId="0" sldId="259"/>
            <ac:spMk id="67" creationId="{00000000-0000-0000-0000-000000000000}"/>
          </ac:spMkLst>
        </pc:spChg>
        <pc:spChg chg="mod">
          <ac:chgData name="Devin Ramotar" userId="49643e84-c1d2-4c3d-b1a9-add7432efeed" providerId="ADAL" clId="{7500DFD5-A196-56B8-87B4-5D018B1D0FE3}" dt="2026-05-11T00:16:20.137" v="12" actId="1076"/>
          <ac:spMkLst>
            <pc:docMk/>
            <pc:sldMk cId="0" sldId="259"/>
            <ac:spMk id="68" creationId="{00000000-0000-0000-0000-000000000000}"/>
          </ac:spMkLst>
        </pc:spChg>
        <pc:spChg chg="mod">
          <ac:chgData name="Devin Ramotar" userId="49643e84-c1d2-4c3d-b1a9-add7432efeed" providerId="ADAL" clId="{7500DFD5-A196-56B8-87B4-5D018B1D0FE3}" dt="2026-05-11T00:16:26.106" v="14" actId="1076"/>
          <ac:spMkLst>
            <pc:docMk/>
            <pc:sldMk cId="0" sldId="259"/>
            <ac:spMk id="69" creationId="{00000000-0000-0000-0000-000000000000}"/>
          </ac:spMkLst>
        </pc:spChg>
        <pc:spChg chg="mod">
          <ac:chgData name="Devin Ramotar" userId="49643e84-c1d2-4c3d-b1a9-add7432efeed" providerId="ADAL" clId="{7500DFD5-A196-56B8-87B4-5D018B1D0FE3}" dt="2026-05-11T00:16:20.137" v="12" actId="1076"/>
          <ac:spMkLst>
            <pc:docMk/>
            <pc:sldMk cId="0" sldId="259"/>
            <ac:spMk id="70" creationId="{00000000-0000-0000-0000-000000000000}"/>
          </ac:spMkLst>
        </pc:spChg>
        <pc:spChg chg="add del mod">
          <ac:chgData name="Devin Ramotar" userId="49643e84-c1d2-4c3d-b1a9-add7432efeed" providerId="ADAL" clId="{7500DFD5-A196-56B8-87B4-5D018B1D0FE3}" dt="2026-05-13T01:44:53.086" v="56"/>
          <ac:spMkLst>
            <pc:docMk/>
            <pc:sldMk cId="0" sldId="259"/>
            <ac:spMk id="72" creationId="{5016B11A-2FE2-BE3D-0D7D-613F5AE3C3C4}"/>
          </ac:spMkLst>
        </pc:spChg>
        <pc:picChg chg="add mod">
          <ac:chgData name="Devin Ramotar" userId="49643e84-c1d2-4c3d-b1a9-add7432efeed" providerId="ADAL" clId="{7500DFD5-A196-56B8-87B4-5D018B1D0FE3}" dt="2026-05-13T01:38:30.225" v="20"/>
          <ac:picMkLst>
            <pc:docMk/>
            <pc:sldMk cId="0" sldId="259"/>
            <ac:picMk id="71" creationId="{72A57BD6-66C9-BF89-79B3-442EDCE19AF7}"/>
          </ac:picMkLst>
        </pc:picChg>
      </pc:sldChg>
      <pc:sldChg chg="add del ord setBg">
        <pc:chgData name="Devin Ramotar" userId="49643e84-c1d2-4c3d-b1a9-add7432efeed" providerId="ADAL" clId="{7500DFD5-A196-56B8-87B4-5D018B1D0FE3}" dt="2026-05-13T01:43:52.507" v="30" actId="2696"/>
        <pc:sldMkLst>
          <pc:docMk/>
          <pc:sldMk cId="0" sldId="260"/>
        </pc:sldMkLst>
      </pc:sldChg>
      <pc:sldChg chg="new del">
        <pc:chgData name="Devin Ramotar" userId="49643e84-c1d2-4c3d-b1a9-add7432efeed" providerId="ADAL" clId="{7500DFD5-A196-56B8-87B4-5D018B1D0FE3}" dt="2026-05-13T01:35:34.558" v="18" actId="2696"/>
        <pc:sldMkLst>
          <pc:docMk/>
          <pc:sldMk cId="2302361615" sldId="260"/>
        </pc:sldMkLst>
      </pc:sldChg>
      <pc:sldChg chg="modSp add mod setBg">
        <pc:chgData name="Devin Ramotar" userId="49643e84-c1d2-4c3d-b1a9-add7432efeed" providerId="ADAL" clId="{7500DFD5-A196-56B8-87B4-5D018B1D0FE3}" dt="2026-05-13T01:44:37.263" v="52" actId="20577"/>
        <pc:sldMkLst>
          <pc:docMk/>
          <pc:sldMk cId="0" sldId="261"/>
        </pc:sldMkLst>
        <pc:spChg chg="mod">
          <ac:chgData name="Devin Ramotar" userId="49643e84-c1d2-4c3d-b1a9-add7432efeed" providerId="ADAL" clId="{7500DFD5-A196-56B8-87B4-5D018B1D0FE3}" dt="2026-05-13T01:44:37.263" v="52" actId="20577"/>
          <ac:spMkLst>
            <pc:docMk/>
            <pc:sldMk cId="0" sldId="261"/>
            <ac:spMk id="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59259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2926080"/>
            <a:ext cx="2926080" cy="2926080"/>
          </a:xfrm>
          <a:prstGeom prst="ellipse">
            <a:avLst/>
          </a:prstGeom>
          <a:solidFill>
            <a:srgbClr val="152535"/>
          </a:solidFill>
          <a:ln w="12700">
            <a:solidFill>
              <a:srgbClr val="1525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65760" y="91440"/>
            <a:ext cx="1828800" cy="1828800"/>
          </a:xfrm>
          <a:prstGeom prst="ellipse">
            <a:avLst/>
          </a:prstGeom>
          <a:solidFill>
            <a:srgbClr val="1B3349"/>
          </a:solidFill>
          <a:ln w="12700">
            <a:solidFill>
              <a:srgbClr val="1B33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132320" y="-365760"/>
            <a:ext cx="2743200" cy="2743200"/>
          </a:xfrm>
          <a:prstGeom prst="ellipse">
            <a:avLst/>
          </a:prstGeom>
          <a:solidFill>
            <a:srgbClr val="152535"/>
          </a:solidFill>
          <a:ln w="12700">
            <a:solidFill>
              <a:srgbClr val="1525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863840" y="2743200"/>
            <a:ext cx="2194560" cy="2194560"/>
          </a:xfrm>
          <a:prstGeom prst="ellipse">
            <a:avLst/>
          </a:prstGeom>
          <a:solidFill>
            <a:srgbClr val="1B3349"/>
          </a:solidFill>
          <a:ln w="12700">
            <a:solidFill>
              <a:srgbClr val="1B33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474720" y="5029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dirty="0">
                <a:solidFill>
                  <a:srgbClr val="000000"/>
                </a:solidFill>
              </a:rPr>
              <a:t>🛡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Triage Assistant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914400" y="27432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 Triage Alert for Security Operations Centers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5661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Devin Ramotar  ·  Johns Hopkins University  ·  Gen AI  ·  2026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github.com/dRam51/soc-triage-assistant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457200" cy="4572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828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Problem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74320" y="914400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the user?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74320" y="1234440"/>
            <a:ext cx="43891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Junior SOC analysts — the first responders when an IDS fires on a flagged packet capture. They must triage, decide, and document before escalating.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74320" y="2148840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workflow are we improving?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74320" y="2468880"/>
            <a:ext cx="43891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flagged pcap  →  Open Wireshark  →  Apply expert filters  →  Identify malware family  →  Write report  →  Escalate / Investigate / Close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74320" y="3383280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it matter?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74320" y="3703320"/>
            <a:ext cx="43891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triage takes 15–30 min per alert and requires deep Wireshark expertise (NBNS, Kerberos, LDAP) most junior analysts lack. Delays in triage slow incident response.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0" y="914400"/>
            <a:ext cx="3749040" cy="1097280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29200" y="914400"/>
            <a:ext cx="64008" cy="10972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212080" y="1005840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15–30 min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212080" y="1508760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alert for a skilled analyst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0" y="2148840"/>
            <a:ext cx="3749040" cy="1097280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029200" y="2148840"/>
            <a:ext cx="64008" cy="10972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212080" y="2240280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steps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212080" y="2743200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expert Wireshark filters required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0" y="3383280"/>
            <a:ext cx="3749040" cy="1097280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029200" y="3383280"/>
            <a:ext cx="64008" cy="109728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212080" y="3474720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Error-prone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212080" y="3977640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inspection misses evasion, port-level C2 and LDAP attribution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457200" cy="4572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828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Design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74320" y="9144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Architecture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61872"/>
            <a:ext cx="4389120" cy="1051560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261872"/>
            <a:ext cx="64008" cy="105156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" y="133502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Feature Extraction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5488" y="1636776"/>
            <a:ext cx="1554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extractor.py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75488" y="177393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scapy parses pcap locally → structured JSON. NBNS hostnames, Kerberos accounts, LDAP full names, malware port hits, suspicious downloads, entropy.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423160"/>
            <a:ext cx="4389120" cy="1051560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2423160"/>
            <a:ext cx="64008" cy="10515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5488" y="24963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LLM Analysis + Tool Use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75488" y="2798064"/>
            <a:ext cx="1554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analyzer.py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5488" y="293522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claude-opus-4-6 in agentic loop: calls lookup_ip_reputation &amp; lookup_domain_reputation, then submits final report via enforced submit_triage_report schema.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584448"/>
            <a:ext cx="4389120" cy="1051560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3584448"/>
            <a:ext cx="64008" cy="105156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75488" y="36576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Presentation + Audit Log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75488" y="3959352"/>
            <a:ext cx="1554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" y="409651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— triage report, extracted features, malware port hit banners. Analyst selects disposition (Escalate / Investigate / Close) → JSONL audit log.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29200" y="914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GenAI Design Choices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0" y="1261872"/>
            <a:ext cx="3840480" cy="850392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166360" y="1325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Metadata-Only Input to LLM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66360" y="162763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packet bytes never leave the machine. Only structured metadata (IPs, ports, domains, URIs, entropy) is sent to Claude.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0" y="2221992"/>
            <a:ext cx="3840480" cy="850392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166360" y="22860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Tool-Use Loop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66360" y="258775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autonomously calls IP and domain reputation APIs before submitting its structured report — up to 10 iterations.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029200" y="3182112"/>
            <a:ext cx="3840480" cy="850392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166360" y="32461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Output Schema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66360" y="354787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submit_triage_report tool forces a JSON contract: traffic_summary, indicators[], overall_risk, confidence_level, next_steps.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0" y="4142232"/>
            <a:ext cx="3840480" cy="850392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166360" y="4206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Risk-Floor Rules in System Prompt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66360" y="450799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High when known_malware_port_hits fires, when C2 co-occurs with repo domains, or when executables are downloaded over HTTP.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457200" cy="4572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828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74320" y="9144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answer keys from malware-traffic-analysis.net — what an expert finds manually in Wireshark.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261872"/>
            <a:ext cx="2743200" cy="1325880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1335024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274320" y="1975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Rate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74320" y="22677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of 12 indicators invented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72968" y="1261872"/>
            <a:ext cx="2743200" cy="1325880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172968" y="1335024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15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172968" y="1975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Cases Evaluated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172968" y="22677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TC1: NetSupport RAT  ·  TC3: STRRAT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261872"/>
            <a:ext cx="2743200" cy="1325880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071616" y="1335024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4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071616" y="1975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Resolved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71616" y="22677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TC3 gaps addressed in code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770632"/>
            <a:ext cx="4206240" cy="320040"/>
          </a:xfrm>
          <a:prstGeom prst="rect">
            <a:avLst/>
          </a:prstGeom>
          <a:solidFill>
            <a:srgbClr val="1B33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74320" y="27706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TC1  ·  NetSupport RAT (2026-02-28)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3090672"/>
            <a:ext cx="4206240" cy="265176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65760" y="3090672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named: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737360" y="3090672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HTTP UA + URI pattern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3355848"/>
            <a:ext cx="4206240" cy="265176"/>
          </a:xfrm>
          <a:prstGeom prst="rect">
            <a:avLst/>
          </a:prstGeom>
          <a:solidFill>
            <a:srgbClr val="0F19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65760" y="3355848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 flagged: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737360" y="3355848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45.131.214.85:443 — Correct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74320" y="3621024"/>
            <a:ext cx="4206240" cy="265176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65760" y="3621024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rating: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737360" y="3621024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/ High — Correct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3886200"/>
            <a:ext cx="4206240" cy="265176"/>
          </a:xfrm>
          <a:prstGeom prst="rect">
            <a:avLst/>
          </a:prstGeom>
          <a:solidFill>
            <a:srgbClr val="0F19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65760" y="3886200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Hostname + MAC: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737360" y="3886200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via NBNS + Ethernet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74320" y="4151376"/>
            <a:ext cx="4206240" cy="265176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65760" y="4151376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account: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737360" y="4151376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brolf via Kerberos AS-REQ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4416552"/>
            <a:ext cx="4206240" cy="265176"/>
          </a:xfrm>
          <a:prstGeom prst="rect">
            <a:avLst/>
          </a:prstGeom>
          <a:solidFill>
            <a:srgbClr val="0F19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65760" y="4416552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name: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737360" y="4416552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pcap — requires AD data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09160" y="2770632"/>
            <a:ext cx="4206240" cy="320040"/>
          </a:xfrm>
          <a:prstGeom prst="rect">
            <a:avLst/>
          </a:prstGeom>
          <a:solidFill>
            <a:srgbClr val="1B33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709160" y="27706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TC2  ·  STRRAT  (2024-07-30,  post-fix)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709160" y="3090672"/>
            <a:ext cx="4206240" cy="265176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800600" y="3090672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named: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172200" y="3090672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port 12132 signature table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09160" y="3355848"/>
            <a:ext cx="4206240" cy="265176"/>
          </a:xfrm>
          <a:prstGeom prst="rect">
            <a:avLst/>
          </a:prstGeom>
          <a:solidFill>
            <a:srgbClr val="0F19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800600" y="3355848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 flagged: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172200" y="3355848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141.98.10.79:12132 — Correct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709160" y="3621024"/>
            <a:ext cx="4206240" cy="265176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800600" y="3621024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rating: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172200" y="3621024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/ High — Correct (was Medium)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709160" y="3886200"/>
            <a:ext cx="4206240" cy="265176"/>
          </a:xfrm>
          <a:prstGeom prst="rect">
            <a:avLst/>
          </a:prstGeom>
          <a:solidFill>
            <a:srgbClr val="0F19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800600" y="3886200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Hostname + MAC: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172200" y="3886200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via NBNS + Ethernet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709160" y="4151376"/>
            <a:ext cx="4206240" cy="265176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800600" y="4151376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name: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172200" y="4151376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Clark Collier — LDAP port 389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709160" y="4416552"/>
            <a:ext cx="4206240" cy="265176"/>
          </a:xfrm>
          <a:prstGeom prst="rect">
            <a:avLst/>
          </a:prstGeom>
          <a:solidFill>
            <a:srgbClr val="0F19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4800600" y="4416552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IOCs: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172200" y="4416552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 + maven.org flagged as High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457200" cy="4572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828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Snapshot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74320" y="9144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Streamlit app  ·  Python + scapy + Claude API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12435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tool produces: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600200"/>
            <a:ext cx="3977640" cy="420624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1600200"/>
            <a:ext cx="45720" cy="42062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160020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summary: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664208" y="1600200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sentence plain-language overview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075688"/>
            <a:ext cx="3977640" cy="420624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2075688"/>
            <a:ext cx="45720" cy="42062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207568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rating: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664208" y="2075688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/ Medium / High + confidence — rule-based floor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551176"/>
            <a:ext cx="3977640" cy="420624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" y="2551176"/>
            <a:ext cx="45720" cy="42062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11480" y="25511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indicators: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664208" y="2551176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+ evidence field per indicator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3026664"/>
            <a:ext cx="3977640" cy="420624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4320" y="3026664"/>
            <a:ext cx="45720" cy="42062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302666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 attribution: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664208" y="3026664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Hostname (NBNS), MAC, account (Kerberos), full name (LDAP)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320" y="3502152"/>
            <a:ext cx="3977640" cy="420624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74320" y="3502152"/>
            <a:ext cx="45720" cy="42062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1480" y="35021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port hits: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664208" y="3502152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family from port signature table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4320" y="3977640"/>
            <a:ext cx="3977640" cy="420624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3977640"/>
            <a:ext cx="45720" cy="42062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1480" y="397764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steps: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664208" y="3977640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concrete analyst actions (block, EDR, SIEM, SMB...)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74320" y="4453128"/>
            <a:ext cx="3977640" cy="420624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274320" y="4453128"/>
            <a:ext cx="45720" cy="42062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1480" y="44531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Disposition: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664208" y="4453128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/ Investigate / Close → JSONL audit log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480560" y="1188720"/>
            <a:ext cx="4370832" cy="3429000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480560" y="1188720"/>
            <a:ext cx="4370832" cy="274320"/>
          </a:xfrm>
          <a:prstGeom prst="rect">
            <a:avLst/>
          </a:prstGeom>
          <a:solidFill>
            <a:srgbClr val="1B33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572000" y="1188720"/>
            <a:ext cx="4187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  SOC Triage Assistant  ·  localhost:8501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590288" y="1517904"/>
            <a:ext cx="4151376" cy="237744"/>
          </a:xfrm>
          <a:prstGeom prst="rect">
            <a:avLst/>
          </a:prstGeom>
          <a:solidFill>
            <a:srgbClr val="1E3A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626864" y="1517904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AI-Generated Triage Assistance — review all findings before action.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590288" y="18470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Summary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918704" y="1847088"/>
            <a:ext cx="685800" cy="40233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014716" y="1847088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90288" y="2121408"/>
            <a:ext cx="4151376" cy="502920"/>
          </a:xfrm>
          <a:prstGeom prst="rect">
            <a:avLst/>
          </a:prstGeom>
          <a:solidFill>
            <a:srgbClr val="0F19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626864" y="2139696"/>
            <a:ext cx="407822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172.16.1.66 (DESKTOP-SKBR25F / ccollier / Clark Collier) infected with STRRAT. C2 on port 12132 to 141.98.10.79; geolocation check and repo domains co-occur.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590288" y="2688336"/>
            <a:ext cx="4151376" cy="256032"/>
          </a:xfrm>
          <a:prstGeom prst="rect">
            <a:avLst/>
          </a:prstGeom>
          <a:solidFill>
            <a:srgbClr val="2D151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626864" y="2688336"/>
            <a:ext cx="4096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STRRAT  ·  port 12132  ·  172.16.1.66 → 141.98.10.79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590288" y="3017520"/>
            <a:ext cx="4151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Indicators (7)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590288" y="3291840"/>
            <a:ext cx="4151376" cy="219456"/>
          </a:xfrm>
          <a:prstGeom prst="rect">
            <a:avLst/>
          </a:prstGeom>
          <a:solidFill>
            <a:srgbClr val="0F19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590288" y="3291840"/>
            <a:ext cx="36576" cy="21945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663440" y="32918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[HIGH]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138928" y="3291840"/>
            <a:ext cx="3602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STRRAT C2 on port 12132 (141.98.10.79)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4590288" y="3547872"/>
            <a:ext cx="4151376" cy="219456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4590288" y="3547872"/>
            <a:ext cx="36576" cy="21945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663440" y="354787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[HIGH]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5138928" y="3547872"/>
            <a:ext cx="3602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domains alongside confirmed C2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590288" y="3803904"/>
            <a:ext cx="4151376" cy="219456"/>
          </a:xfrm>
          <a:prstGeom prst="rect">
            <a:avLst/>
          </a:prstGeom>
          <a:solidFill>
            <a:srgbClr val="0F19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4590288" y="3803904"/>
            <a:ext cx="36576" cy="21945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4663440" y="380390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[MED]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138928" y="3803904"/>
            <a:ext cx="3602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ip-api.com geolocation (Chrome 73 UA)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590288" y="4059936"/>
            <a:ext cx="4151376" cy="219456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4590288" y="4059936"/>
            <a:ext cx="36576" cy="21945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4663440" y="40599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[LOW]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138928" y="4059936"/>
            <a:ext cx="3602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SMB to domain controller 172.16.1.4:445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4590288" y="44074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Disposition: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961888" y="4425696"/>
            <a:ext cx="877824" cy="256032"/>
          </a:xfrm>
          <a:prstGeom prst="rect">
            <a:avLst/>
          </a:prstGeom>
          <a:solidFill>
            <a:srgbClr val="3B12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5961888" y="4425696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Escalate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6912864" y="4425696"/>
            <a:ext cx="877824" cy="256032"/>
          </a:xfrm>
          <a:prstGeom prst="rect">
            <a:avLst/>
          </a:prstGeom>
          <a:solidFill>
            <a:srgbClr val="3B2E0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6912864" y="4425696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 Investigate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7863840" y="4425696"/>
            <a:ext cx="877824" cy="256032"/>
          </a:xfrm>
          <a:prstGeom prst="rect">
            <a:avLst/>
          </a:prstGeom>
          <a:solidFill>
            <a:srgbClr val="0E33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7863840" y="4425696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 Close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3161</TotalTime>
  <Words>794</Words>
  <Application>Microsoft Macintosh PowerPoint</Application>
  <PresentationFormat>On-screen Show (16:9)</PresentationFormat>
  <Paragraphs>120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 Triage Assistant</dc:title>
  <dc:subject>PptxGenJS Presentation</dc:subject>
  <dc:creator>Devin Ramotar</dc:creator>
  <cp:lastModifiedBy>Devin Ramotar</cp:lastModifiedBy>
  <cp:revision>1</cp:revision>
  <dcterms:created xsi:type="dcterms:W3CDTF">2026-05-10T21:02:00Z</dcterms:created>
  <dcterms:modified xsi:type="dcterms:W3CDTF">2026-05-13T01:44:56Z</dcterms:modified>
</cp:coreProperties>
</file>