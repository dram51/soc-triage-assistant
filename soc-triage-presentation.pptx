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2926080"/>
            <a:ext cx="2926080" cy="2926080"/>
          </a:xfrm>
          <a:prstGeom prst="ellipse">
            <a:avLst/>
          </a:prstGeom>
          <a:solidFill>
            <a:srgbClr val="152535"/>
          </a:solidFill>
          <a:ln w="12700">
            <a:solidFill>
              <a:srgbClr val="15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"/>
            <a:ext cx="1828800" cy="1828800"/>
          </a:xfrm>
          <a:prstGeom prst="ellipse">
            <a:avLst/>
          </a:prstGeom>
          <a:solidFill>
            <a:srgbClr val="1B3349"/>
          </a:solidFill>
          <a:ln w="12700">
            <a:solidFill>
              <a:srgbClr val="1B33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743200" cy="2743200"/>
          </a:xfrm>
          <a:prstGeom prst="ellipse">
            <a:avLst/>
          </a:prstGeom>
          <a:solidFill>
            <a:srgbClr val="152535"/>
          </a:solidFill>
          <a:ln w="12700">
            <a:solidFill>
              <a:srgbClr val="152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2743200"/>
            <a:ext cx="2194560" cy="2194560"/>
          </a:xfrm>
          <a:prstGeom prst="ellipse">
            <a:avLst/>
          </a:prstGeom>
          <a:solidFill>
            <a:srgbClr val="1B3349"/>
          </a:solidFill>
          <a:ln w="12700">
            <a:solidFill>
              <a:srgbClr val="1B33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502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🛡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Triage Assistant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LLM-Augmented Alert Triage for Security Operations Centers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Ramotar  ·  Johns Hopkins University  ·  Gen AI  · 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github.com/dRam51/soc-triage-assistant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User &amp;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user?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SOC analysts — the first responders when an IDS fires on a flagged packet capture. They must triage, decide, and document before escalating.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workflow are we improving?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flagged pcap  →  Open Wireshark  →  Apply expert filters  →  Identify malware family  →  Write report  →  Escalate / Investigate / Close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" y="370332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takes 15–30 min per alert and requires deep Wireshark expertise (NBNS, Kerberos, LDAP) most junior analysts lack. Delays in triage slow incident response.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0" y="914400"/>
            <a:ext cx="3749040" cy="10972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91440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005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alert for a skilled analyst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148840"/>
            <a:ext cx="3749040" cy="10972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14884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2402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steps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expert Wireshark filters required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383280"/>
            <a:ext cx="3749040" cy="10972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383280"/>
            <a:ext cx="64008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474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12080" y="39776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misses evasion, port-level C2 and LDAP attribution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389120" cy="105156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61872"/>
            <a:ext cx="64008" cy="10515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3350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Feature Extraction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163677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extractor.py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7739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parses pcap locally → structured JSON. NBNS hostnames, Kerberos accounts, LDAP full names, malware port hits, suspicious downloads, entropy.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4389120" cy="105156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23160"/>
            <a:ext cx="6400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496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LLM Analysis + Tool Use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" y="2798064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9352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claude-opus-4-6 in agentic loop: calls lookup_ip_reputation &amp; lookup_domain_reputation, then submits final report via enforced submit_triage_report schema.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584448"/>
            <a:ext cx="4389120" cy="105156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84448"/>
            <a:ext cx="64008" cy="1051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Presentation + Audit Log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" y="395935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" y="4096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triage report, extracted features, malware port hit banners. Analyst selects disposition (Escalate / Investigate / Close) → JSONL audit log.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GenAI Design Choices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1261872"/>
            <a:ext cx="3840480" cy="850392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 Input to LLM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6276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packet bytes never leave the machine. Only structured metadata (IPs, ports, domains, URIs, entropy) is sent to Claude.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2221992"/>
            <a:ext cx="3840480" cy="850392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Tool-Use 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587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autonomously calls IP and domain reputation APIs before submitting its structured report — up to 10 iterations.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0" y="3182112"/>
            <a:ext cx="3840480" cy="850392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Output Schema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3547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submit_triage_report tool forces a JSON contract: traffic_summary, indicators[], overall_risk, confidence_level, next_steps.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0" y="4142232"/>
            <a:ext cx="3840480" cy="850392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6636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Risk-Floor Rules in System Prompt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45079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High when known_malware_port_hits fires, when C2 co-occurs with repo domains, or when executables are downloaded over HTTP.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answer keys from malware-traffic-analysis.net — what an expert finds manually in Wireshark.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743200" cy="13258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350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12 indicators invented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261872"/>
            <a:ext cx="2743200" cy="13258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13350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172968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Evaluated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72968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TC1: NetSupport RAT  ·  TC3: STRRAT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61872"/>
            <a:ext cx="2743200" cy="13258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13350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071616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Resolved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71616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TC3 gaps addressed in 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70632"/>
            <a:ext cx="4206240" cy="320040"/>
          </a:xfrm>
          <a:prstGeom prst="rect">
            <a:avLst/>
          </a:prstGeom>
          <a:solidFill>
            <a:srgbClr val="1B3349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  ·  NetSupport RAT (2026-02-28)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4206240" cy="26517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9067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named: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309067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HTTP UA + URI pattern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55848"/>
            <a:ext cx="4206240" cy="26517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35584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flagged: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37360" y="3355848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45.131.214.85:443 — Correct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21024"/>
            <a:ext cx="4206240" cy="26517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62102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37360" y="3621024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High — Correct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886200"/>
            <a:ext cx="4206240" cy="26517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88620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+ MAC: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37360" y="3886200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via NBNS + Ethernet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151376"/>
            <a:ext cx="4206240" cy="26517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15137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37360" y="4151376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brolf via Kerberos AS-REQ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416552"/>
            <a:ext cx="4206240" cy="26517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41655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737360" y="441655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pcap — requires AD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770632"/>
            <a:ext cx="4206240" cy="320040"/>
          </a:xfrm>
          <a:prstGeom prst="rect">
            <a:avLst/>
          </a:prstGeom>
          <a:solidFill>
            <a:srgbClr val="1B3349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  ·  STRRAT  (2024-07-30,  post-fix)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090672"/>
            <a:ext cx="4206240" cy="26517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09067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named: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2200" y="309067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port 12132 signature table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355848"/>
            <a:ext cx="4206240" cy="26517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335584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flagged: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72200" y="3355848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141.98.10.79:12132 — Correct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621024"/>
            <a:ext cx="4206240" cy="26517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362102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72200" y="3621024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High — Correct (was Medium)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886200"/>
            <a:ext cx="4206240" cy="26517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50" name="Text 48"/>
          <p:cNvSpPr/>
          <p:nvPr/>
        </p:nvSpPr>
        <p:spPr>
          <a:xfrm>
            <a:off x="4800600" y="3886200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+ MAC: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72200" y="3886200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via NBNS + Ethernet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09160" y="4151376"/>
            <a:ext cx="4206240" cy="26517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53" name="Text 51"/>
          <p:cNvSpPr/>
          <p:nvPr/>
        </p:nvSpPr>
        <p:spPr>
          <a:xfrm>
            <a:off x="4800600" y="4151376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72200" y="4151376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Collier — LDAP port 389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4416552"/>
            <a:ext cx="4206240" cy="26517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441655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IOCs: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72200" y="441655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+ maven.org flagged as High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Snapshot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 ·  Python + scapy + Claude API  ·  github.com/dRam51/soc-triage-assistant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1243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produces: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3977640" cy="42062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00200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002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summary: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64208" y="160020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sentence plain-language overview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3977640" cy="42062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07568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07568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64208" y="207568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+ confidence — rule-based floor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3977640" cy="42062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551176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5511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indicators: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64208" y="2551176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evidence field per indicator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26664"/>
            <a:ext cx="3977640" cy="42062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026664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02666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attribution: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64208" y="302666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(NBNS), MAC, account (Kerberos), full name (LDAP)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502152"/>
            <a:ext cx="3977640" cy="42062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502152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5021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port hits: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64208" y="350215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family from port signature table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977640"/>
            <a:ext cx="3977640" cy="42062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3977640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9776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64208" y="397764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concrete analyst actions (block, EDR, SIEM, SMB...)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453128"/>
            <a:ext cx="3977640" cy="420624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445312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4531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64208" y="445312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/ Investigate / Close → JSONL audit log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1188720"/>
            <a:ext cx="4370832" cy="342900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270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80560" y="1188720"/>
            <a:ext cx="4370832" cy="274320"/>
          </a:xfrm>
          <a:prstGeom prst="rect">
            <a:avLst/>
          </a:prstGeom>
          <a:solidFill>
            <a:srgbClr val="1B334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118872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SOC Triage Assistant  ·  localhost:8501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90288" y="1517904"/>
            <a:ext cx="4151376" cy="237744"/>
          </a:xfrm>
          <a:prstGeom prst="rect">
            <a:avLst/>
          </a:prstGeom>
          <a:solidFill>
            <a:srgbClr val="1E3A2F"/>
          </a:solidFill>
          <a:ln/>
        </p:spPr>
      </p:sp>
      <p:sp>
        <p:nvSpPr>
          <p:cNvPr id="39" name="Text 37"/>
          <p:cNvSpPr/>
          <p:nvPr/>
        </p:nvSpPr>
        <p:spPr>
          <a:xfrm>
            <a:off x="4626864" y="151790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AI-Generated Triage Assistance — review all findings before action.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90288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Summary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18704" y="1847088"/>
            <a:ext cx="685800" cy="40233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7918704" y="184708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90288" y="2121408"/>
            <a:ext cx="4151376" cy="50292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4" name="Text 42"/>
          <p:cNvSpPr/>
          <p:nvPr/>
        </p:nvSpPr>
        <p:spPr>
          <a:xfrm>
            <a:off x="4626864" y="2139696"/>
            <a:ext cx="40782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172.16.1.66 (DESKTOP-SKBR25F / ccollier / Clark Collier) infected with STRRAT. C2 on port 12132 to 141.98.10.79; geolocation check and repo domains co-occur.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90288" y="2688336"/>
            <a:ext cx="4151376" cy="256032"/>
          </a:xfrm>
          <a:prstGeom prst="rect">
            <a:avLst/>
          </a:prstGeom>
          <a:solidFill>
            <a:srgbClr val="2D1515"/>
          </a:solidFill>
          <a:ln/>
        </p:spPr>
      </p:sp>
      <p:sp>
        <p:nvSpPr>
          <p:cNvPr id="46" name="Text 44"/>
          <p:cNvSpPr/>
          <p:nvPr/>
        </p:nvSpPr>
        <p:spPr>
          <a:xfrm>
            <a:off x="4626864" y="268833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STRRAT  ·  port 12132  ·  172.16.1.66 → 141.98.10.79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90288" y="3017520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Indicators (7)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90288" y="3291840"/>
            <a:ext cx="4151376" cy="21945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9" name="Shape 47"/>
          <p:cNvSpPr/>
          <p:nvPr/>
        </p:nvSpPr>
        <p:spPr>
          <a:xfrm>
            <a:off x="4590288" y="3291840"/>
            <a:ext cx="36576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32918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[HIGH]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38928" y="329184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STRRAT C2 on port 12132 (141.98.10.79)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90288" y="3547872"/>
            <a:ext cx="4151376" cy="21945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53" name="Shape 51"/>
          <p:cNvSpPr/>
          <p:nvPr/>
        </p:nvSpPr>
        <p:spPr>
          <a:xfrm>
            <a:off x="4590288" y="3547872"/>
            <a:ext cx="36576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35478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[HIGH]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38928" y="3547872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domains alongside confirmed C2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90288" y="3803904"/>
            <a:ext cx="4151376" cy="21945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57" name="Shape 55"/>
          <p:cNvSpPr/>
          <p:nvPr/>
        </p:nvSpPr>
        <p:spPr>
          <a:xfrm>
            <a:off x="4590288" y="3803904"/>
            <a:ext cx="36576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4663440" y="38039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[MED]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38928" y="380390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ip-api.com geolocation (Chrome 73 UA)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90288" y="4059936"/>
            <a:ext cx="4151376" cy="219456"/>
          </a:xfrm>
          <a:prstGeom prst="rect">
            <a:avLst/>
          </a:prstGeom>
          <a:solidFill>
            <a:srgbClr val="152535"/>
          </a:solidFill>
          <a:ln/>
        </p:spPr>
      </p:sp>
      <p:sp>
        <p:nvSpPr>
          <p:cNvPr id="61" name="Shape 59"/>
          <p:cNvSpPr/>
          <p:nvPr/>
        </p:nvSpPr>
        <p:spPr>
          <a:xfrm>
            <a:off x="4590288" y="4059936"/>
            <a:ext cx="36576" cy="21945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4663440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[LOW]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138928" y="4059936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to domain controller 172.16.1.4:445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90288" y="44074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Disposition: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61888" y="4425696"/>
            <a:ext cx="877824" cy="256032"/>
          </a:xfrm>
          <a:prstGeom prst="rect">
            <a:avLst/>
          </a:prstGeom>
          <a:solidFill>
            <a:srgbClr val="3B1212"/>
          </a:solidFill>
          <a:ln/>
        </p:spPr>
      </p:sp>
      <p:sp>
        <p:nvSpPr>
          <p:cNvPr id="66" name="Text 64"/>
          <p:cNvSpPr/>
          <p:nvPr/>
        </p:nvSpPr>
        <p:spPr>
          <a:xfrm>
            <a:off x="5961888" y="442569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Escalate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912864" y="4425696"/>
            <a:ext cx="877824" cy="256032"/>
          </a:xfrm>
          <a:prstGeom prst="rect">
            <a:avLst/>
          </a:prstGeom>
          <a:solidFill>
            <a:srgbClr val="3B2E0A"/>
          </a:solidFill>
          <a:ln/>
        </p:spPr>
      </p:sp>
      <p:sp>
        <p:nvSpPr>
          <p:cNvPr id="68" name="Text 66"/>
          <p:cNvSpPr/>
          <p:nvPr/>
        </p:nvSpPr>
        <p:spPr>
          <a:xfrm>
            <a:off x="6912864" y="442569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Investigate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863840" y="4425696"/>
            <a:ext cx="877824" cy="256032"/>
          </a:xfrm>
          <a:prstGeom prst="rect">
            <a:avLst/>
          </a:prstGeom>
          <a:solidFill>
            <a:srgbClr val="0E3320"/>
          </a:solidFill>
          <a:ln/>
        </p:spPr>
      </p:sp>
      <p:sp>
        <p:nvSpPr>
          <p:cNvPr id="70" name="Text 68"/>
          <p:cNvSpPr/>
          <p:nvPr/>
        </p:nvSpPr>
        <p:spPr>
          <a:xfrm>
            <a:off x="7863840" y="442569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Close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Triage Assistant</dc:title>
  <dc:subject>PptxGenJS Presentation</dc:subject>
  <dc:creator>Devin Ramotar</dc:creator>
  <cp:lastModifiedBy>Devin Ramotar</cp:lastModifiedBy>
  <cp:revision>1</cp:revision>
  <dcterms:created xsi:type="dcterms:W3CDTF">2026-05-13T01:38:35Z</dcterms:created>
  <dcterms:modified xsi:type="dcterms:W3CDTF">2026-05-13T01:38:35Z</dcterms:modified>
</cp:coreProperties>
</file>